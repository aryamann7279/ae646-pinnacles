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8288000" cx="3251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ojHLC3IzRwX49wKb+O/DvQJUl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15714133" y="16461316"/>
            <a:ext cx="7586134" cy="977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1625600" y="245533"/>
            <a:ext cx="29260800" cy="4021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1625600" y="4267200"/>
            <a:ext cx="29260800" cy="140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15714133" y="16461316"/>
            <a:ext cx="7586134" cy="977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15" name="Google Shape;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20" name="Google Shape;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1" id="26" name="Google Shape;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8792" y="3073385"/>
            <a:ext cx="13595295" cy="10505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31" name="Google Shape;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41" name="Google Shape;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51" name="Google Shape;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56" name="Google Shape;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61" name="Google Shape;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1" id="62" name="Google Shape;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2763" y="2882082"/>
            <a:ext cx="14527355" cy="10696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67" name="Google Shape;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0" id="72" name="Google Shape;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512000" cy="182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